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63" r:id="rId3"/>
    <p:sldId id="267" r:id="rId4"/>
    <p:sldId id="257" r:id="rId5"/>
    <p:sldId id="258" r:id="rId6"/>
    <p:sldId id="259" r:id="rId7"/>
    <p:sldId id="260" r:id="rId8"/>
    <p:sldId id="264" r:id="rId9"/>
    <p:sldId id="261" r:id="rId10"/>
    <p:sldId id="262" r:id="rId11"/>
    <p:sldId id="266" r:id="rId12"/>
    <p:sldId id="268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5A931E-BB0E-441D-9612-BC5150814BFC}" v="1" dt="2026-06-19T10:37:16.498"/>
    <p1510:client id="{7848FA30-07F8-4017-BD92-E34E2F91BBD9}" v="17" dt="2026-06-18T21:44:44.773"/>
    <p1510:client id="{DF3CA3BC-71DC-491F-A9E0-FF73AADDCC87}" v="186" dt="2026-06-19T11:20:05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A11B62-848E-4D78-A4DB-E6786761E5B9}" type="datetimeFigureOut">
              <a:t>19/06/2026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D89672-0D6D-4B11-99EE-4DFC59114390}" type="slidenum"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92763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89672-0D6D-4B11-99EE-4DFC59114390}" type="slidenum">
              <a:rPr lang="pt-PT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3539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Porque</a:t>
            </a:r>
            <a:r>
              <a:rPr lang="en-US">
                <a:ea typeface="Calibri"/>
                <a:cs typeface="Calibri"/>
              </a:rPr>
              <a:t> é </a:t>
            </a:r>
            <a:r>
              <a:rPr lang="en-US" err="1">
                <a:ea typeface="Calibri"/>
                <a:cs typeface="Calibri"/>
              </a:rPr>
              <a:t>que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escolhi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este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tema</a:t>
            </a:r>
            <a:r>
              <a:rPr lang="en-US">
                <a:ea typeface="Calibri"/>
                <a:cs typeface="Calibri"/>
              </a:rPr>
              <a:t> e </a:t>
            </a:r>
            <a:r>
              <a:rPr lang="en-US" err="1">
                <a:ea typeface="Calibri"/>
                <a:cs typeface="Calibri"/>
              </a:rPr>
              <a:t>este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projeto</a:t>
            </a:r>
            <a:r>
              <a:rPr lang="en-US">
                <a:ea typeface="Calibri"/>
                <a:cs typeface="Calibri"/>
              </a:rPr>
              <a:t>.</a:t>
            </a:r>
            <a:br>
              <a:rPr lang="en-US">
                <a:ea typeface="Calibri"/>
                <a:cs typeface="+mn-lt"/>
              </a:rPr>
            </a:br>
            <a:r>
              <a:rPr lang="en-US" err="1">
                <a:ea typeface="Calibri"/>
                <a:cs typeface="Calibri"/>
              </a:rPr>
              <a:t>Hoje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dia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várias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pessoas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maiorietariamente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os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jovens</a:t>
            </a:r>
            <a:r>
              <a:rPr lang="en-US">
                <a:ea typeface="Calibri"/>
                <a:cs typeface="Calibri"/>
              </a:rPr>
              <a:t> e </a:t>
            </a:r>
            <a:r>
              <a:rPr lang="en-US" err="1">
                <a:ea typeface="Calibri"/>
                <a:cs typeface="Calibri"/>
              </a:rPr>
              <a:t>crianças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que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chegam</a:t>
            </a:r>
            <a:r>
              <a:rPr lang="en-US">
                <a:ea typeface="Calibri"/>
                <a:cs typeface="Calibri"/>
              </a:rPr>
              <a:t> a casa </a:t>
            </a:r>
            <a:r>
              <a:rPr lang="en-US" err="1">
                <a:ea typeface="Calibri"/>
                <a:cs typeface="Calibri"/>
              </a:rPr>
              <a:t>depois</a:t>
            </a:r>
            <a:r>
              <a:rPr lang="en-US">
                <a:ea typeface="Calibri"/>
                <a:cs typeface="Calibri"/>
              </a:rPr>
              <a:t> de um </a:t>
            </a:r>
            <a:r>
              <a:rPr lang="en-US" err="1">
                <a:ea typeface="Calibri"/>
                <a:cs typeface="Calibri"/>
              </a:rPr>
              <a:t>dia</a:t>
            </a:r>
            <a:r>
              <a:rPr lang="en-US">
                <a:ea typeface="Calibri"/>
                <a:cs typeface="Calibri"/>
              </a:rPr>
              <a:t> de </a:t>
            </a:r>
            <a:r>
              <a:rPr lang="en-US" err="1">
                <a:ea typeface="Calibri"/>
                <a:cs typeface="Calibri"/>
              </a:rPr>
              <a:t>escola</a:t>
            </a:r>
            <a:r>
              <a:rPr lang="en-US">
                <a:ea typeface="Calibri"/>
                <a:cs typeface="Calibri"/>
              </a:rPr>
              <a:t>, e </a:t>
            </a:r>
            <a:r>
              <a:rPr lang="en-US" err="1">
                <a:ea typeface="Calibri"/>
                <a:cs typeface="Calibri"/>
              </a:rPr>
              <a:t>têm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muitos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trabalhos</a:t>
            </a:r>
            <a:r>
              <a:rPr lang="en-US">
                <a:ea typeface="Calibri"/>
                <a:cs typeface="Calibri"/>
              </a:rPr>
              <a:t> e </a:t>
            </a:r>
            <a:r>
              <a:rPr lang="en-US" err="1">
                <a:ea typeface="Calibri"/>
                <a:cs typeface="Calibri"/>
              </a:rPr>
              <a:t>estudos</a:t>
            </a:r>
            <a:r>
              <a:rPr lang="en-US">
                <a:ea typeface="Calibri"/>
                <a:cs typeface="Calibri"/>
              </a:rPr>
              <a:t> para </a:t>
            </a:r>
            <a:r>
              <a:rPr lang="en-US" err="1">
                <a:ea typeface="Calibri"/>
                <a:cs typeface="Calibri"/>
              </a:rPr>
              <a:t>fazer</a:t>
            </a:r>
            <a:r>
              <a:rPr lang="en-US">
                <a:ea typeface="Calibri"/>
                <a:cs typeface="Calibri"/>
              </a:rPr>
              <a:t> mas </a:t>
            </a:r>
            <a:r>
              <a:rPr lang="en-US" err="1">
                <a:ea typeface="Calibri"/>
                <a:cs typeface="Calibri"/>
              </a:rPr>
              <a:t>não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conseguem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gerir</a:t>
            </a:r>
            <a:r>
              <a:rPr lang="en-US">
                <a:ea typeface="Calibri"/>
                <a:cs typeface="Calibri"/>
              </a:rPr>
              <a:t> o tempo </a:t>
            </a:r>
            <a:r>
              <a:rPr lang="en-US" err="1">
                <a:ea typeface="Calibri"/>
                <a:cs typeface="Calibri"/>
              </a:rPr>
              <a:t>que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têm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89672-0D6D-4B11-99EE-4DFC59114390}" type="slidenum">
              <a:rPr lang="pt-PT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7574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Criar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uma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aplicação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que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possa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tornar</a:t>
            </a:r>
            <a:r>
              <a:rPr lang="en-US">
                <a:ea typeface="Calibri"/>
                <a:cs typeface="Calibri"/>
              </a:rPr>
              <a:t> as </a:t>
            </a:r>
            <a:r>
              <a:rPr lang="en-US" err="1">
                <a:ea typeface="Calibri"/>
                <a:cs typeface="Calibri"/>
              </a:rPr>
              <a:t>coisas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mais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faceis</a:t>
            </a:r>
            <a:r>
              <a:rPr lang="en-US">
                <a:ea typeface="Calibri"/>
                <a:cs typeface="Calibri"/>
              </a:rPr>
              <a:t> e </a:t>
            </a:r>
            <a:r>
              <a:rPr lang="en-US" err="1">
                <a:ea typeface="Calibri"/>
                <a:cs typeface="Calibri"/>
              </a:rPr>
              <a:t>simples</a:t>
            </a:r>
            <a:r>
              <a:rPr lang="en-US">
                <a:ea typeface="Calibri"/>
                <a:cs typeface="Calibri"/>
              </a:rPr>
              <a:t> para </a:t>
            </a:r>
            <a:r>
              <a:rPr lang="en-US" err="1">
                <a:ea typeface="Calibri"/>
                <a:cs typeface="Calibri"/>
              </a:rPr>
              <a:t>que</a:t>
            </a:r>
            <a:r>
              <a:rPr lang="en-US">
                <a:ea typeface="Calibri"/>
                <a:cs typeface="Calibri"/>
              </a:rPr>
              <a:t> as </a:t>
            </a:r>
            <a:r>
              <a:rPr lang="en-US" err="1">
                <a:ea typeface="Calibri"/>
                <a:cs typeface="Calibri"/>
              </a:rPr>
              <a:t>crianças</a:t>
            </a:r>
            <a:r>
              <a:rPr lang="en-US">
                <a:ea typeface="Calibri"/>
                <a:cs typeface="Calibri"/>
              </a:rPr>
              <a:t> e </a:t>
            </a:r>
            <a:r>
              <a:rPr lang="en-US" err="1">
                <a:ea typeface="Calibri"/>
                <a:cs typeface="Calibri"/>
              </a:rPr>
              <a:t>jovens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saibam</a:t>
            </a:r>
            <a:r>
              <a:rPr lang="en-US">
                <a:ea typeface="Calibri"/>
                <a:cs typeface="Calibri"/>
              </a:rPr>
              <a:t> usar </a:t>
            </a:r>
            <a:r>
              <a:rPr lang="en-US" err="1">
                <a:ea typeface="Calibri"/>
                <a:cs typeface="Calibri"/>
              </a:rPr>
              <a:t>sem</a:t>
            </a:r>
            <a:r>
              <a:rPr lang="en-US">
                <a:ea typeface="Calibri"/>
                <a:cs typeface="Calibri"/>
              </a:rPr>
              <a:t> ter </a:t>
            </a:r>
            <a:r>
              <a:rPr lang="en-US" err="1">
                <a:ea typeface="Calibri"/>
                <a:cs typeface="Calibri"/>
              </a:rPr>
              <a:t>que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pagar</a:t>
            </a:r>
            <a:r>
              <a:rPr lang="en-US">
                <a:ea typeface="Calibri"/>
                <a:cs typeface="Calibri"/>
              </a:rPr>
              <a:t> nada </a:t>
            </a:r>
            <a:r>
              <a:rPr lang="en-US" err="1">
                <a:ea typeface="Calibri"/>
                <a:cs typeface="Calibri"/>
              </a:rPr>
              <a:t>ou</a:t>
            </a:r>
            <a:r>
              <a:rPr lang="en-US">
                <a:ea typeface="Calibri"/>
                <a:cs typeface="Calibri"/>
              </a:rPr>
              <a:t> ser </a:t>
            </a:r>
            <a:r>
              <a:rPr lang="en-US" err="1">
                <a:ea typeface="Calibri"/>
                <a:cs typeface="Calibri"/>
              </a:rPr>
              <a:t>muito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complexo</a:t>
            </a:r>
            <a:r>
              <a:rPr lang="en-US">
                <a:ea typeface="Calibri"/>
                <a:cs typeface="Calibri"/>
              </a:rPr>
              <a:t> de se usar.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89672-0D6D-4B11-99EE-4DFC59114390}" type="slidenum">
              <a:rPr lang="pt-PT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1249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Funcionalidades</a:t>
            </a:r>
            <a:endParaRPr lang="pt-PT" err="1"/>
          </a:p>
          <a:p>
            <a:pPr marL="285750" indent="-285750">
              <a:buFont typeface="Arial"/>
              <a:buChar char="•"/>
            </a:pPr>
            <a:r>
              <a:rPr lang="en-US" err="1"/>
              <a:t>Criar</a:t>
            </a:r>
            <a:r>
              <a:rPr lang="en-US"/>
              <a:t> </a:t>
            </a:r>
            <a:r>
              <a:rPr lang="en-US" err="1"/>
              <a:t>tarefas</a:t>
            </a:r>
            <a:endParaRPr lang="pt-PT" err="1"/>
          </a:p>
          <a:p>
            <a:pPr marL="285750" indent="-285750">
              <a:buFont typeface="Arial"/>
              <a:buChar char="•"/>
            </a:pPr>
            <a:r>
              <a:rPr lang="en-US" err="1"/>
              <a:t>Listar</a:t>
            </a:r>
            <a:r>
              <a:rPr lang="en-US"/>
              <a:t> </a:t>
            </a:r>
            <a:r>
              <a:rPr lang="en-US" err="1"/>
              <a:t>tarefas</a:t>
            </a:r>
            <a:endParaRPr lang="pt-PT" err="1"/>
          </a:p>
          <a:p>
            <a:pPr marL="285750" indent="-285750">
              <a:buFont typeface="Arial"/>
              <a:buChar char="•"/>
            </a:pPr>
            <a:r>
              <a:rPr lang="en-US" err="1"/>
              <a:t>Filtrar</a:t>
            </a:r>
            <a:r>
              <a:rPr lang="en-US"/>
              <a:t> </a:t>
            </a:r>
            <a:r>
              <a:rPr lang="en-US" err="1"/>
              <a:t>tarefas</a:t>
            </a:r>
            <a:endParaRPr lang="pt-PT" err="1"/>
          </a:p>
          <a:p>
            <a:pPr marL="285750" indent="-285750">
              <a:buFont typeface="Arial"/>
              <a:buChar char="•"/>
            </a:pPr>
            <a:r>
              <a:rPr lang="en-US" err="1"/>
              <a:t>Editar</a:t>
            </a:r>
            <a:r>
              <a:rPr lang="en-US"/>
              <a:t> e remover</a:t>
            </a:r>
            <a:endParaRPr lang="pt-PT"/>
          </a:p>
          <a:p>
            <a:pPr marL="285750" indent="-285750">
              <a:buFont typeface="Arial"/>
              <a:buChar char="•"/>
            </a:pPr>
            <a:r>
              <a:rPr lang="en-US" err="1"/>
              <a:t>Guardar</a:t>
            </a:r>
            <a:r>
              <a:rPr lang="en-US"/>
              <a:t> e </a:t>
            </a:r>
            <a:r>
              <a:rPr lang="en-US" err="1"/>
              <a:t>carregar</a:t>
            </a:r>
            <a:r>
              <a:rPr lang="en-US"/>
              <a:t> dados</a:t>
            </a:r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D89672-0D6D-4B11-99EE-4DFC59114390}" type="slidenum"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6375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252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34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175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24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80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218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2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5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1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7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505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179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90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909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056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4997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350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8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Projeto de </a:t>
            </a:r>
            <a:r>
              <a:rPr lang="pt-PT"/>
              <a:t>Programação</a:t>
            </a:r>
            <a:endParaRPr lang="pt-PT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>
                <a:solidFill>
                  <a:srgbClr val="262626"/>
                </a:solidFill>
              </a:rPr>
              <a:t>Gestão de Tarefas - </a:t>
            </a:r>
            <a:r>
              <a:rPr lang="pt-PT">
                <a:solidFill>
                  <a:srgbClr val="000000"/>
                </a:solidFill>
              </a:rPr>
              <a:t>Diogo</a:t>
            </a:r>
            <a:r>
              <a:rPr lang="pt-PT"/>
              <a:t> Amaro</a:t>
            </a:r>
          </a:p>
        </p:txBody>
      </p:sp>
    </p:spTree>
    <p:extLst>
      <p:ext uri="{BB962C8B-B14F-4D97-AF65-F5344CB8AC3E}">
        <p14:creationId xmlns:p14="http://schemas.microsoft.com/office/powerpoint/2010/main" val="98897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06B0D-06B5-5B01-F512-D021A0631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Introdução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9FB4E97-E2C6-BE4B-CA79-8B14F3865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>
                <a:ea typeface="+mn-lt"/>
                <a:cs typeface="+mn-lt"/>
              </a:rPr>
              <a:t>O projeto é uma aplicação de gestão de tarefas desenvolvida em Python.</a:t>
            </a:r>
            <a:br>
              <a:rPr lang="pt-PT">
                <a:ea typeface="+mn-lt"/>
                <a:cs typeface="+mn-lt"/>
              </a:rPr>
            </a:br>
            <a:endParaRPr lang="pt-PT"/>
          </a:p>
          <a:p>
            <a:pPr>
              <a:buSzPct val="114999"/>
            </a:pPr>
            <a:r>
              <a:rPr lang="pt-PT">
                <a:ea typeface="+mn-lt"/>
                <a:cs typeface="+mn-lt"/>
              </a:rPr>
              <a:t>O objetivo deste projeto é desenvolver uma aplicação que ajude o utilizador a organizar e gerir as suas tarefas diárias, permitindo um controlo simples e eficiente das atividades a realizar.</a:t>
            </a:r>
          </a:p>
          <a:p>
            <a:pPr>
              <a:buSzPct val="114999"/>
            </a:pPr>
            <a:endParaRPr lang="pt-PT"/>
          </a:p>
          <a:p>
            <a:pPr>
              <a:buSzPct val="114999"/>
            </a:pPr>
            <a:endParaRPr lang="pt-PT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58834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CB179-7A5A-BD8F-C970-A8508A147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Gestão de tarefas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14A8A43-38C0-DE6C-8BC4-EC9F483D3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>
                <a:ea typeface="+mn-lt"/>
                <a:cs typeface="+mn-lt"/>
              </a:rPr>
              <a:t>É um desafio comum no dia a dia, tanto a nível pessoal como profissional. Foi selecionado porque permite criar uma solução prática que ajuda a organizar atividades, definir prioridades e acompanhar o progresso de forma simples.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5214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CCD1E-A8A1-F996-4C4C-42928987C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Problema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38C5BF5-3280-B9E4-7CC9-CF92901DD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 b="1">
                <a:ea typeface="+mn-lt"/>
                <a:cs typeface="+mn-lt"/>
              </a:rPr>
              <a:t>O problema</a:t>
            </a:r>
            <a:endParaRPr lang="pt-PT"/>
          </a:p>
          <a:p>
            <a:pPr lvl="1">
              <a:buFont typeface="Courier New" panose="020B0604020202020204" pitchFamily="34" charset="0"/>
              <a:buChar char="o"/>
            </a:pPr>
            <a:r>
              <a:rPr lang="pt-PT">
                <a:ea typeface="+mn-lt"/>
                <a:cs typeface="+mn-lt"/>
              </a:rPr>
              <a:t>As pessoas têm dificuldade em organizar tarefas, prazos e estudos.</a:t>
            </a:r>
            <a:endParaRPr lang="pt-PT"/>
          </a:p>
          <a:p>
            <a:pPr lvl="1">
              <a:buFont typeface="Courier New" panose="020B0604020202020204" pitchFamily="34" charset="0"/>
              <a:buChar char="o"/>
            </a:pPr>
            <a:r>
              <a:rPr lang="pt-PT">
                <a:ea typeface="+mn-lt"/>
                <a:cs typeface="+mn-lt"/>
              </a:rPr>
              <a:t>Falta de ferramentas simples e acessíveis.</a:t>
            </a:r>
            <a:endParaRPr lang="pt-PT"/>
          </a:p>
          <a:p>
            <a:pPr lvl="1">
              <a:buFont typeface="Courier New" panose="020B0604020202020204" pitchFamily="34" charset="0"/>
              <a:buChar char="o"/>
            </a:pPr>
            <a:r>
              <a:rPr lang="pt-PT">
                <a:ea typeface="+mn-lt"/>
                <a:cs typeface="+mn-lt"/>
              </a:rPr>
              <a:t>Consequências: atrasos, stress, perda de produtividade.</a:t>
            </a:r>
            <a:endParaRPr lang="pt-PT"/>
          </a:p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023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5C342-E6F6-8A7C-531A-3FF89B53A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B5FB0-8CC1-F943-20BB-09ACD982D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Solução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A145E2A-BCF5-A6BB-4476-135327F68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>
                <a:ea typeface="+mn-lt"/>
                <a:cs typeface="+mn-lt"/>
              </a:rPr>
              <a:t>Criar uma aplicação simples.</a:t>
            </a:r>
            <a:endParaRPr lang="pt-PT"/>
          </a:p>
          <a:p>
            <a:r>
              <a:rPr lang="pt-PT">
                <a:ea typeface="+mn-lt"/>
                <a:cs typeface="+mn-lt"/>
              </a:rPr>
              <a:t>Permite gerir tarefas: criar, listar, editar, apagar e marcar como concluida.</a:t>
            </a:r>
            <a:endParaRPr lang="pt-PT"/>
          </a:p>
          <a:p>
            <a:r>
              <a:rPr lang="pt-PT">
                <a:ea typeface="+mn-lt"/>
                <a:cs typeface="+mn-lt"/>
              </a:rPr>
              <a:t>Ajuda na organização e planeamento diário.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42497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870D7-EC0E-AC4D-27A5-F25A2AF9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063C1-87C8-7EC3-E187-DA24BA60A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Objetivos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D615AFD-F691-325D-6D93-2F119A33D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 sz="2000">
                <a:ea typeface="+mn-lt"/>
                <a:cs typeface="+mn-lt"/>
              </a:rPr>
              <a:t>Desenvolver uma aplicação funcional.</a:t>
            </a:r>
            <a:endParaRPr lang="pt-PT" sz="2000"/>
          </a:p>
          <a:p>
            <a:r>
              <a:rPr lang="pt-PT" sz="2000">
                <a:ea typeface="+mn-lt"/>
                <a:cs typeface="+mn-lt"/>
              </a:rPr>
              <a:t>Garantir persistência dos dados.</a:t>
            </a:r>
            <a:endParaRPr lang="pt-PT" sz="2000"/>
          </a:p>
          <a:p>
            <a:r>
              <a:rPr lang="pt-PT" sz="2000">
                <a:ea typeface="+mn-lt"/>
                <a:cs typeface="+mn-lt"/>
              </a:rPr>
              <a:t>Criar um menu intuitivo.</a:t>
            </a:r>
            <a:endParaRPr lang="pt-PT" sz="2000"/>
          </a:p>
          <a:p>
            <a:r>
              <a:rPr lang="pt-PT" sz="2000">
                <a:ea typeface="+mn-lt"/>
                <a:cs typeface="+mn-lt"/>
              </a:rPr>
              <a:t>Utilizar GitHub para controlo de versões.</a:t>
            </a:r>
            <a:br>
              <a:rPr lang="pt-PT" sz="2000">
                <a:ea typeface="+mn-lt"/>
                <a:cs typeface="+mn-lt"/>
              </a:rPr>
            </a:br>
            <a:endParaRPr lang="pt-PT" sz="2000"/>
          </a:p>
        </p:txBody>
      </p:sp>
    </p:spTree>
    <p:extLst>
      <p:ext uri="{BB962C8B-B14F-4D97-AF65-F5344CB8AC3E}">
        <p14:creationId xmlns:p14="http://schemas.microsoft.com/office/powerpoint/2010/main" val="1611567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8179BAA-A1F2-9A58-2EA1-EE953ACA9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E27056-D09F-9731-5ECD-1B0A1D86B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Requisitos Funcionais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6B06849-AE9E-E7CD-C831-8096F5EE4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>
                <a:ea typeface="+mn-lt"/>
                <a:cs typeface="+mn-lt"/>
              </a:rPr>
              <a:t>Deve permitir ao utilizador realizar. </a:t>
            </a:r>
          </a:p>
          <a:p>
            <a:pPr>
              <a:buSzPct val="114999"/>
            </a:pPr>
            <a:r>
              <a:rPr lang="pt-PT">
                <a:ea typeface="+mn-lt"/>
                <a:cs typeface="+mn-lt"/>
              </a:rPr>
              <a:t>A aplicação deve possibilitar a criação de novas tarefas, a consulta da lista existente, a edição dos seus dados e a alteração do seu estado. </a:t>
            </a:r>
          </a:p>
          <a:p>
            <a:pPr>
              <a:buSzPct val="114999"/>
            </a:pPr>
            <a:r>
              <a:rPr lang="pt-PT">
                <a:ea typeface="+mn-lt"/>
                <a:cs typeface="+mn-lt"/>
              </a:rPr>
              <a:t>Deve ainda permitir reorganizar a ordem das tarefas, removê‑las quando necessário e guardar todas as alterações num ficheiro JSON sempre que o utilizador o desejar. No arranque, o sistema deve carregar automaticamente as tarefas previamente guardadas.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6631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37635-133E-E05C-24B7-7D7724D3E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Mostrando a aplicação a funcionar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1C760BD-59F4-A627-54C7-E57680EEE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17805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D9D30-0E05-C6F9-44A4-C86883940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D9168F-4B87-1501-B8FE-A0599D709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Arquitetura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328710E-0963-901E-3F23-702BB53B2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>
                <a:ea typeface="+mn-lt"/>
                <a:cs typeface="+mn-lt"/>
              </a:rPr>
              <a:t>O projeto está dividido em três camadas: </a:t>
            </a:r>
            <a:r>
              <a:rPr lang="pt-PT" b="1">
                <a:ea typeface="+mn-lt"/>
                <a:cs typeface="+mn-lt"/>
              </a:rPr>
              <a:t>UI</a:t>
            </a:r>
            <a:r>
              <a:rPr lang="pt-PT">
                <a:ea typeface="+mn-lt"/>
                <a:cs typeface="+mn-lt"/>
              </a:rPr>
              <a:t> (interface), </a:t>
            </a:r>
            <a:r>
              <a:rPr lang="pt-PT" b="1">
                <a:ea typeface="+mn-lt"/>
                <a:cs typeface="+mn-lt"/>
              </a:rPr>
              <a:t>BLL</a:t>
            </a:r>
            <a:r>
              <a:rPr lang="pt-PT">
                <a:ea typeface="+mn-lt"/>
                <a:cs typeface="+mn-lt"/>
              </a:rPr>
              <a:t> (lógica de negócio) e </a:t>
            </a:r>
            <a:r>
              <a:rPr lang="pt-PT" b="1">
                <a:ea typeface="+mn-lt"/>
                <a:cs typeface="+mn-lt"/>
              </a:rPr>
              <a:t>DAL</a:t>
            </a:r>
            <a:r>
              <a:rPr lang="pt-PT">
                <a:ea typeface="+mn-lt"/>
                <a:cs typeface="+mn-lt"/>
              </a:rPr>
              <a:t> (acesso aos dados). Esta separação torna o código mais organizado e fácil de manter.</a:t>
            </a:r>
            <a:br>
              <a:rPr lang="pt-PT">
                <a:ea typeface="+mn-lt"/>
                <a:cs typeface="+mn-lt"/>
              </a:rPr>
            </a:br>
            <a:br>
              <a:rPr lang="pt-PT">
                <a:ea typeface="+mn-lt"/>
                <a:cs typeface="+mn-lt"/>
              </a:rPr>
            </a:br>
            <a:r>
              <a:rPr lang="pt-PT" b="1">
                <a:ea typeface="+mn-lt"/>
                <a:cs typeface="+mn-lt"/>
              </a:rPr>
              <a:t>UI</a:t>
            </a:r>
            <a:r>
              <a:rPr lang="pt-PT">
                <a:ea typeface="+mn-lt"/>
                <a:cs typeface="+mn-lt"/>
              </a:rPr>
              <a:t> → menus, inputs, prints</a:t>
            </a:r>
            <a:endParaRPr lang="pt-PT"/>
          </a:p>
          <a:p>
            <a:r>
              <a:rPr lang="pt-PT" b="1">
                <a:ea typeface="+mn-lt"/>
                <a:cs typeface="+mn-lt"/>
              </a:rPr>
              <a:t>BLL</a:t>
            </a:r>
            <a:r>
              <a:rPr lang="pt-PT">
                <a:ea typeface="+mn-lt"/>
                <a:cs typeface="+mn-lt"/>
              </a:rPr>
              <a:t> → regras (validar tarefas, criar, editar, mover, etc.)</a:t>
            </a:r>
            <a:endParaRPr lang="pt-PT"/>
          </a:p>
          <a:p>
            <a:r>
              <a:rPr lang="pt-PT" b="1">
                <a:ea typeface="+mn-lt"/>
                <a:cs typeface="+mn-lt"/>
              </a:rPr>
              <a:t>DAL</a:t>
            </a:r>
            <a:r>
              <a:rPr lang="pt-PT">
                <a:ea typeface="+mn-lt"/>
                <a:cs typeface="+mn-lt"/>
              </a:rPr>
              <a:t> → ler e escrever no JSON</a:t>
            </a:r>
            <a:endParaRPr lang="pt-PT"/>
          </a:p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29025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D799-873F-F1E3-3C43-093B40F3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92E1E-7532-1F70-45AE-BFE80712D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609103"/>
          </a:xfrm>
        </p:spPr>
        <p:txBody>
          <a:bodyPr>
            <a:normAutofit fontScale="90000"/>
          </a:bodyPr>
          <a:lstStyle/>
          <a:p>
            <a:r>
              <a:rPr lang="pt-PT">
                <a:ea typeface="+mj-lt"/>
                <a:cs typeface="+mj-lt"/>
              </a:rPr>
              <a:t>Funcionalidades Principais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3E96973-FBF0-A069-901C-440494FA9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1900"/>
            <a:ext cx="4138076" cy="36750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Criação e gestão de tarefas</a:t>
            </a:r>
          </a:p>
          <a:p>
            <a:pPr>
              <a:buSzPct val="114999"/>
            </a:pPr>
            <a:r>
              <a:rPr lang="pt-PT"/>
              <a:t>Visualização</a:t>
            </a:r>
          </a:p>
          <a:p>
            <a:pPr>
              <a:buSzPct val="114999"/>
            </a:pPr>
            <a:r>
              <a:rPr lang="pt-PT"/>
              <a:t>Atualização de estado</a:t>
            </a:r>
          </a:p>
          <a:p>
            <a:pPr>
              <a:buSzPct val="114999"/>
            </a:pPr>
            <a:r>
              <a:rPr lang="pt-PT"/>
              <a:t>Organização da lista</a:t>
            </a:r>
          </a:p>
          <a:p>
            <a:pPr>
              <a:buSzPct val="114999"/>
            </a:pPr>
            <a:r>
              <a:rPr lang="pt-PT"/>
              <a:t>Persistencia de Dados</a:t>
            </a:r>
          </a:p>
        </p:txBody>
      </p:sp>
    </p:spTree>
    <p:extLst>
      <p:ext uri="{BB962C8B-B14F-4D97-AF65-F5344CB8AC3E}">
        <p14:creationId xmlns:p14="http://schemas.microsoft.com/office/powerpoint/2010/main" val="529508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D2CAD4-CBC1-DB71-ADF4-09213644E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Conclusão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AAE0185-EBBA-7A96-0D07-813F9F2FE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>
                <a:ea typeface="+mn-lt"/>
                <a:cs typeface="+mn-lt"/>
              </a:rPr>
              <a:t>Este projeto permitiu desenvolver uma aplicação funcional de gestão de tarefas, aplicando boas práticas de programação modular e garantindo a persistência dos dados. Foram trabalhados conceitos essenciais como validação, manipulação de ficheiros JSON e criação de menus intuitivos, resultando numa solução simples, organizada e eficaz.</a:t>
            </a:r>
          </a:p>
        </p:txBody>
      </p:sp>
    </p:spTree>
    <p:extLst>
      <p:ext uri="{BB962C8B-B14F-4D97-AF65-F5344CB8AC3E}">
        <p14:creationId xmlns:p14="http://schemas.microsoft.com/office/powerpoint/2010/main" val="1499253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36A98-7709-9A79-7DEF-94D4FBD36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608A3-CC38-187D-9418-E28DA1E9A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686983"/>
          </a:xfrm>
        </p:spPr>
        <p:txBody>
          <a:bodyPr/>
          <a:lstStyle/>
          <a:p>
            <a:r>
              <a:rPr lang="pt-PT"/>
              <a:t>Demonstração</a:t>
            </a:r>
          </a:p>
        </p:txBody>
      </p:sp>
    </p:spTree>
    <p:extLst>
      <p:ext uri="{BB962C8B-B14F-4D97-AF65-F5344CB8AC3E}">
        <p14:creationId xmlns:p14="http://schemas.microsoft.com/office/powerpoint/2010/main" val="19076224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Ecrã Panorâmico</PresentationFormat>
  <Slides>12</Slides>
  <Notes>4</Notes>
  <HiddenSlides>3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3" baseType="lpstr">
      <vt:lpstr>Organic</vt:lpstr>
      <vt:lpstr>Projeto de Programação</vt:lpstr>
      <vt:lpstr>Introdução</vt:lpstr>
      <vt:lpstr>Gestão de tarefas</vt:lpstr>
      <vt:lpstr>Problema</vt:lpstr>
      <vt:lpstr>Solução</vt:lpstr>
      <vt:lpstr>Objetivos</vt:lpstr>
      <vt:lpstr>Requisitos Funcionais</vt:lpstr>
      <vt:lpstr>Mostrando a aplicação a funcionar</vt:lpstr>
      <vt:lpstr>Arquitetura</vt:lpstr>
      <vt:lpstr>Funcionalidades Principais</vt:lpstr>
      <vt:lpstr>Conclusão</vt:lpstr>
      <vt:lpstr>Demonstração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29</cp:revision>
  <dcterms:created xsi:type="dcterms:W3CDTF">2026-06-02T09:09:18Z</dcterms:created>
  <dcterms:modified xsi:type="dcterms:W3CDTF">2026-06-19T11:20:12Z</dcterms:modified>
</cp:coreProperties>
</file>